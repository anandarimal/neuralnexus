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85276" y="225256"/>
            <a:ext cx="12336819" cy="9252614"/>
          </a:xfrm>
          <a:custGeom>
            <a:avLst/>
            <a:gdLst/>
            <a:ahLst/>
            <a:cxnLst/>
            <a:rect r="r" b="b" t="t" l="l"/>
            <a:pathLst>
              <a:path h="9252614" w="12336819">
                <a:moveTo>
                  <a:pt x="0" y="0"/>
                </a:moveTo>
                <a:lnTo>
                  <a:pt x="12336818" y="0"/>
                </a:lnTo>
                <a:lnTo>
                  <a:pt x="12336818" y="9252614"/>
                </a:lnTo>
                <a:lnTo>
                  <a:pt x="0" y="92526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05624" y="135845"/>
            <a:ext cx="13683682" cy="9122455"/>
          </a:xfrm>
          <a:custGeom>
            <a:avLst/>
            <a:gdLst/>
            <a:ahLst/>
            <a:cxnLst/>
            <a:rect r="r" b="b" t="t" l="l"/>
            <a:pathLst>
              <a:path h="9122455" w="13683682">
                <a:moveTo>
                  <a:pt x="0" y="0"/>
                </a:moveTo>
                <a:lnTo>
                  <a:pt x="13683682" y="0"/>
                </a:lnTo>
                <a:lnTo>
                  <a:pt x="13683682" y="9122455"/>
                </a:lnTo>
                <a:lnTo>
                  <a:pt x="0" y="9122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0711" y="182451"/>
            <a:ext cx="13758649" cy="9172433"/>
          </a:xfrm>
          <a:custGeom>
            <a:avLst/>
            <a:gdLst/>
            <a:ahLst/>
            <a:cxnLst/>
            <a:rect r="r" b="b" t="t" l="l"/>
            <a:pathLst>
              <a:path h="9172433" w="13758649">
                <a:moveTo>
                  <a:pt x="0" y="0"/>
                </a:moveTo>
                <a:lnTo>
                  <a:pt x="13758649" y="0"/>
                </a:lnTo>
                <a:lnTo>
                  <a:pt x="13758649" y="9172432"/>
                </a:lnTo>
                <a:lnTo>
                  <a:pt x="0" y="91724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12437"/>
            <a:ext cx="15043077" cy="10028718"/>
          </a:xfrm>
          <a:custGeom>
            <a:avLst/>
            <a:gdLst/>
            <a:ahLst/>
            <a:cxnLst/>
            <a:rect r="r" b="b" t="t" l="l"/>
            <a:pathLst>
              <a:path h="10028718" w="15043077">
                <a:moveTo>
                  <a:pt x="0" y="0"/>
                </a:moveTo>
                <a:lnTo>
                  <a:pt x="15043077" y="0"/>
                </a:lnTo>
                <a:lnTo>
                  <a:pt x="15043077" y="10028718"/>
                </a:lnTo>
                <a:lnTo>
                  <a:pt x="0" y="1002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02666" y="-53416"/>
            <a:ext cx="16669896" cy="10095608"/>
          </a:xfrm>
          <a:custGeom>
            <a:avLst/>
            <a:gdLst/>
            <a:ahLst/>
            <a:cxnLst/>
            <a:rect r="r" b="b" t="t" l="l"/>
            <a:pathLst>
              <a:path h="10095608" w="16669896">
                <a:moveTo>
                  <a:pt x="0" y="0"/>
                </a:moveTo>
                <a:lnTo>
                  <a:pt x="16669896" y="0"/>
                </a:lnTo>
                <a:lnTo>
                  <a:pt x="16669896" y="10095609"/>
                </a:lnTo>
                <a:lnTo>
                  <a:pt x="0" y="100956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9820" y="1264427"/>
            <a:ext cx="17706601" cy="5646541"/>
          </a:xfrm>
          <a:custGeom>
            <a:avLst/>
            <a:gdLst/>
            <a:ahLst/>
            <a:cxnLst/>
            <a:rect r="r" b="b" t="t" l="l"/>
            <a:pathLst>
              <a:path h="5646541" w="17706601">
                <a:moveTo>
                  <a:pt x="0" y="0"/>
                </a:moveTo>
                <a:lnTo>
                  <a:pt x="17706601" y="0"/>
                </a:lnTo>
                <a:lnTo>
                  <a:pt x="17706601" y="5646541"/>
                </a:lnTo>
                <a:lnTo>
                  <a:pt x="0" y="56465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1154" y="1329278"/>
            <a:ext cx="18017429" cy="5911969"/>
          </a:xfrm>
          <a:custGeom>
            <a:avLst/>
            <a:gdLst/>
            <a:ahLst/>
            <a:cxnLst/>
            <a:rect r="r" b="b" t="t" l="l"/>
            <a:pathLst>
              <a:path h="5911969" w="18017429">
                <a:moveTo>
                  <a:pt x="0" y="0"/>
                </a:moveTo>
                <a:lnTo>
                  <a:pt x="18017429" y="0"/>
                </a:lnTo>
                <a:lnTo>
                  <a:pt x="18017429" y="5911969"/>
                </a:lnTo>
                <a:lnTo>
                  <a:pt x="0" y="59119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13137"/>
            <a:ext cx="17484937" cy="8742468"/>
          </a:xfrm>
          <a:custGeom>
            <a:avLst/>
            <a:gdLst/>
            <a:ahLst/>
            <a:cxnLst/>
            <a:rect r="r" b="b" t="t" l="l"/>
            <a:pathLst>
              <a:path h="8742468" w="17484937">
                <a:moveTo>
                  <a:pt x="0" y="0"/>
                </a:moveTo>
                <a:lnTo>
                  <a:pt x="17484937" y="0"/>
                </a:lnTo>
                <a:lnTo>
                  <a:pt x="17484937" y="8742468"/>
                </a:lnTo>
                <a:lnTo>
                  <a:pt x="0" y="87424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31096" y="248166"/>
            <a:ext cx="17008482" cy="8504241"/>
          </a:xfrm>
          <a:custGeom>
            <a:avLst/>
            <a:gdLst/>
            <a:ahLst/>
            <a:cxnLst/>
            <a:rect r="r" b="b" t="t" l="l"/>
            <a:pathLst>
              <a:path h="8504241" w="17008482">
                <a:moveTo>
                  <a:pt x="0" y="0"/>
                </a:moveTo>
                <a:lnTo>
                  <a:pt x="17008482" y="0"/>
                </a:lnTo>
                <a:lnTo>
                  <a:pt x="17008482" y="8504241"/>
                </a:lnTo>
                <a:lnTo>
                  <a:pt x="0" y="85042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9265" y="1114447"/>
            <a:ext cx="17138424" cy="8569212"/>
          </a:xfrm>
          <a:custGeom>
            <a:avLst/>
            <a:gdLst/>
            <a:ahLst/>
            <a:cxnLst/>
            <a:rect r="r" b="b" t="t" l="l"/>
            <a:pathLst>
              <a:path h="8569212" w="17138424">
                <a:moveTo>
                  <a:pt x="0" y="0"/>
                </a:moveTo>
                <a:lnTo>
                  <a:pt x="17138425" y="0"/>
                </a:lnTo>
                <a:lnTo>
                  <a:pt x="17138425" y="8569212"/>
                </a:lnTo>
                <a:lnTo>
                  <a:pt x="0" y="8569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DAHZgR0-AT0</dc:identifier>
  <dcterms:modified xsi:type="dcterms:W3CDTF">2011-08-01T06:04:30Z</dcterms:modified>
  <cp:revision>1</cp:revision>
</cp:coreProperties>
</file>